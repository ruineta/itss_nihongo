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Copperplate Gothic 31 AB" charset="1" panose="020E0707020206020404"/>
      <p:regular r:id="rId11"/>
    </p:embeddedFont>
    <p:embeddedFont>
      <p:font typeface="Segment A Heavy" charset="1" panose="00000A00000000000000"/>
      <p:regular r:id="rId12"/>
    </p:embeddedFont>
    <p:embeddedFont>
      <p:font typeface="Playfair Display" charset="1" panose="000005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2020"/>
        </a:solidFill>
      </p:bgPr>
    </p:bg>
    <p:spTree>
      <p:nvGrpSpPr>
        <p:cNvPr id="1" name=""/>
        <p:cNvGrpSpPr/>
        <p:nvPr/>
      </p:nvGrpSpPr>
      <p:grpSpPr>
        <a:xfrm>
          <a:off x="0" y="0"/>
          <a:ext cx="0" cy="0"/>
          <a:chOff x="0" y="0"/>
          <a:chExt cx="0" cy="0"/>
        </a:xfrm>
      </p:grpSpPr>
      <p:grpSp>
        <p:nvGrpSpPr>
          <p:cNvPr name="Group 2" id="2"/>
          <p:cNvGrpSpPr/>
          <p:nvPr/>
        </p:nvGrpSpPr>
        <p:grpSpPr>
          <a:xfrm rot="0">
            <a:off x="285750" y="331259"/>
            <a:ext cx="3334356" cy="812556"/>
            <a:chOff x="0" y="0"/>
            <a:chExt cx="971698" cy="236795"/>
          </a:xfrm>
        </p:grpSpPr>
        <p:sp>
          <p:nvSpPr>
            <p:cNvPr name="Freeform 3" id="3"/>
            <p:cNvSpPr/>
            <p:nvPr/>
          </p:nvSpPr>
          <p:spPr>
            <a:xfrm flipH="false" flipV="false" rot="0">
              <a:off x="0" y="0"/>
              <a:ext cx="971698" cy="236795"/>
            </a:xfrm>
            <a:custGeom>
              <a:avLst/>
              <a:gdLst/>
              <a:ahLst/>
              <a:cxnLst/>
              <a:rect r="r" b="b" t="t" l="l"/>
              <a:pathLst>
                <a:path h="236795" w="971698">
                  <a:moveTo>
                    <a:pt x="118398" y="0"/>
                  </a:moveTo>
                  <a:lnTo>
                    <a:pt x="853300" y="0"/>
                  </a:lnTo>
                  <a:cubicBezTo>
                    <a:pt x="884701" y="0"/>
                    <a:pt x="914816" y="12474"/>
                    <a:pt x="937020" y="34678"/>
                  </a:cubicBezTo>
                  <a:cubicBezTo>
                    <a:pt x="959224" y="56882"/>
                    <a:pt x="971698" y="86997"/>
                    <a:pt x="971698" y="118398"/>
                  </a:cubicBezTo>
                  <a:lnTo>
                    <a:pt x="971698" y="118398"/>
                  </a:lnTo>
                  <a:cubicBezTo>
                    <a:pt x="971698" y="183787"/>
                    <a:pt x="918689" y="236795"/>
                    <a:pt x="853300" y="236795"/>
                  </a:cubicBezTo>
                  <a:lnTo>
                    <a:pt x="118398" y="236795"/>
                  </a:lnTo>
                  <a:cubicBezTo>
                    <a:pt x="53008" y="236795"/>
                    <a:pt x="0" y="183787"/>
                    <a:pt x="0" y="118398"/>
                  </a:cubicBezTo>
                  <a:lnTo>
                    <a:pt x="0" y="118398"/>
                  </a:lnTo>
                  <a:cubicBezTo>
                    <a:pt x="0" y="53008"/>
                    <a:pt x="53008" y="0"/>
                    <a:pt x="118398" y="0"/>
                  </a:cubicBezTo>
                  <a:close/>
                </a:path>
              </a:pathLst>
            </a:custGeom>
            <a:solidFill>
              <a:srgbClr val="000000">
                <a:alpha val="0"/>
              </a:srgbClr>
            </a:solidFill>
            <a:ln w="19050" cap="rnd">
              <a:solidFill>
                <a:srgbClr val="FFFFFF"/>
              </a:solidFill>
              <a:prstDash val="solid"/>
              <a:round/>
            </a:ln>
          </p:spPr>
        </p:sp>
        <p:sp>
          <p:nvSpPr>
            <p:cNvPr name="TextBox 4" id="4"/>
            <p:cNvSpPr txBox="true"/>
            <p:nvPr/>
          </p:nvSpPr>
          <p:spPr>
            <a:xfrm>
              <a:off x="0" y="-28575"/>
              <a:ext cx="971698" cy="265370"/>
            </a:xfrm>
            <a:prstGeom prst="rect">
              <a:avLst/>
            </a:prstGeom>
          </p:spPr>
          <p:txBody>
            <a:bodyPr anchor="ctr" rtlCol="false" tIns="0" lIns="0" bIns="0" rIns="0"/>
            <a:lstStyle/>
            <a:p>
              <a:pPr algn="ctr">
                <a:lnSpc>
                  <a:spcPts val="1872"/>
                </a:lnSpc>
              </a:pPr>
              <a:r>
                <a:rPr lang="en-US" sz="1600">
                  <a:solidFill>
                    <a:srgbClr val="FFFFFF"/>
                  </a:solidFill>
                  <a:latin typeface="Copperplate Gothic 31 AB"/>
                  <a:ea typeface="Copperplate Gothic 31 AB"/>
                  <a:cs typeface="Copperplate Gothic 31 AB"/>
                  <a:sym typeface="Copperplate Gothic 31 AB"/>
                </a:rPr>
                <a:t>PRESENTATION</a:t>
              </a:r>
            </a:p>
          </p:txBody>
        </p:sp>
      </p:grpSp>
      <p:grpSp>
        <p:nvGrpSpPr>
          <p:cNvPr name="Group 5" id="5"/>
          <p:cNvGrpSpPr/>
          <p:nvPr/>
        </p:nvGrpSpPr>
        <p:grpSpPr>
          <a:xfrm rot="0">
            <a:off x="3905022" y="331259"/>
            <a:ext cx="3334356" cy="812556"/>
            <a:chOff x="0" y="0"/>
            <a:chExt cx="971698" cy="236795"/>
          </a:xfrm>
        </p:grpSpPr>
        <p:sp>
          <p:nvSpPr>
            <p:cNvPr name="Freeform 6" id="6"/>
            <p:cNvSpPr/>
            <p:nvPr/>
          </p:nvSpPr>
          <p:spPr>
            <a:xfrm flipH="false" flipV="false" rot="0">
              <a:off x="0" y="0"/>
              <a:ext cx="971698" cy="236795"/>
            </a:xfrm>
            <a:custGeom>
              <a:avLst/>
              <a:gdLst/>
              <a:ahLst/>
              <a:cxnLst/>
              <a:rect r="r" b="b" t="t" l="l"/>
              <a:pathLst>
                <a:path h="236795" w="971698">
                  <a:moveTo>
                    <a:pt x="118398" y="0"/>
                  </a:moveTo>
                  <a:lnTo>
                    <a:pt x="853300" y="0"/>
                  </a:lnTo>
                  <a:cubicBezTo>
                    <a:pt x="884701" y="0"/>
                    <a:pt x="914816" y="12474"/>
                    <a:pt x="937020" y="34678"/>
                  </a:cubicBezTo>
                  <a:cubicBezTo>
                    <a:pt x="959224" y="56882"/>
                    <a:pt x="971698" y="86997"/>
                    <a:pt x="971698" y="118398"/>
                  </a:cubicBezTo>
                  <a:lnTo>
                    <a:pt x="971698" y="118398"/>
                  </a:lnTo>
                  <a:cubicBezTo>
                    <a:pt x="971698" y="183787"/>
                    <a:pt x="918689" y="236795"/>
                    <a:pt x="853300" y="236795"/>
                  </a:cubicBezTo>
                  <a:lnTo>
                    <a:pt x="118398" y="236795"/>
                  </a:lnTo>
                  <a:cubicBezTo>
                    <a:pt x="53008" y="236795"/>
                    <a:pt x="0" y="183787"/>
                    <a:pt x="0" y="118398"/>
                  </a:cubicBezTo>
                  <a:lnTo>
                    <a:pt x="0" y="118398"/>
                  </a:lnTo>
                  <a:cubicBezTo>
                    <a:pt x="0" y="53008"/>
                    <a:pt x="53008" y="0"/>
                    <a:pt x="118398"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28575"/>
              <a:ext cx="971698" cy="265370"/>
            </a:xfrm>
            <a:prstGeom prst="rect">
              <a:avLst/>
            </a:prstGeom>
          </p:spPr>
          <p:txBody>
            <a:bodyPr anchor="ctr" rtlCol="false" tIns="0" lIns="0" bIns="0" rIns="0"/>
            <a:lstStyle/>
            <a:p>
              <a:pPr algn="ctr">
                <a:lnSpc>
                  <a:spcPts val="1872"/>
                </a:lnSpc>
              </a:pPr>
              <a:r>
                <a:rPr lang="en-US" sz="1600">
                  <a:solidFill>
                    <a:srgbClr val="FFFFFF"/>
                  </a:solidFill>
                  <a:latin typeface="Copperplate Gothic 31 AB"/>
                  <a:ea typeface="Copperplate Gothic 31 AB"/>
                  <a:cs typeface="Copperplate Gothic 31 AB"/>
                  <a:sym typeface="Copperplate Gothic 31 AB"/>
                </a:rPr>
                <a:t>SANDRA HARO</a:t>
              </a:r>
            </a:p>
          </p:txBody>
        </p:sp>
      </p:grpSp>
      <p:sp>
        <p:nvSpPr>
          <p:cNvPr name="TextBox 8" id="8"/>
          <p:cNvSpPr txBox="true"/>
          <p:nvPr/>
        </p:nvSpPr>
        <p:spPr>
          <a:xfrm rot="0">
            <a:off x="312263" y="5012502"/>
            <a:ext cx="17602052" cy="5155812"/>
          </a:xfrm>
          <a:prstGeom prst="rect">
            <a:avLst/>
          </a:prstGeom>
        </p:spPr>
        <p:txBody>
          <a:bodyPr anchor="t" rtlCol="false" tIns="0" lIns="0" bIns="0" rIns="0">
            <a:spAutoFit/>
          </a:bodyPr>
          <a:lstStyle/>
          <a:p>
            <a:pPr algn="l">
              <a:lnSpc>
                <a:spcPts val="40179"/>
              </a:lnSpc>
            </a:pPr>
            <a:r>
              <a:rPr lang="en-US" b="true" sz="34938" spc="384">
                <a:solidFill>
                  <a:srgbClr val="FFFFFF"/>
                </a:solidFill>
                <a:latin typeface="Segment A Heavy"/>
                <a:ea typeface="Segment A Heavy"/>
                <a:cs typeface="Segment A Heavy"/>
                <a:sym typeface="Segment A Heavy"/>
              </a:rPr>
              <a:t>MENTAL HEALTH TODAY</a:t>
            </a:r>
          </a:p>
        </p:txBody>
      </p:sp>
      <p:sp>
        <p:nvSpPr>
          <p:cNvPr name="AutoShape 9" id="9"/>
          <p:cNvSpPr/>
          <p:nvPr/>
        </p:nvSpPr>
        <p:spPr>
          <a:xfrm>
            <a:off x="285750" y="6293570"/>
            <a:ext cx="17628565" cy="0"/>
          </a:xfrm>
          <a:prstGeom prst="line">
            <a:avLst/>
          </a:prstGeom>
          <a:ln cap="flat" w="19050">
            <a:solidFill>
              <a:srgbClr val="FFFFFF">
                <a:alpha val="35686"/>
              </a:srgbClr>
            </a:solidFill>
            <a:prstDash val="solid"/>
            <a:headEnd type="none" len="sm" w="sm"/>
            <a:tailEnd type="none" len="sm" w="sm"/>
          </a:ln>
        </p:spPr>
      </p:sp>
      <p:sp>
        <p:nvSpPr>
          <p:cNvPr name="Freeform 10" id="10"/>
          <p:cNvSpPr/>
          <p:nvPr/>
        </p:nvSpPr>
        <p:spPr>
          <a:xfrm flipH="false" flipV="false" rot="0">
            <a:off x="12009557" y="331259"/>
            <a:ext cx="5787125" cy="5692427"/>
          </a:xfrm>
          <a:custGeom>
            <a:avLst/>
            <a:gdLst/>
            <a:ahLst/>
            <a:cxnLst/>
            <a:rect r="r" b="b" t="t" l="l"/>
            <a:pathLst>
              <a:path h="5692427" w="5787125">
                <a:moveTo>
                  <a:pt x="0" y="0"/>
                </a:moveTo>
                <a:lnTo>
                  <a:pt x="5787125" y="0"/>
                </a:lnTo>
                <a:lnTo>
                  <a:pt x="5787125" y="5692426"/>
                </a:lnTo>
                <a:lnTo>
                  <a:pt x="0" y="56924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F2020"/>
        </a:solidFill>
      </p:bgPr>
    </p:bg>
    <p:spTree>
      <p:nvGrpSpPr>
        <p:cNvPr id="1" name=""/>
        <p:cNvGrpSpPr/>
        <p:nvPr/>
      </p:nvGrpSpPr>
      <p:grpSpPr>
        <a:xfrm>
          <a:off x="0" y="0"/>
          <a:ext cx="0" cy="0"/>
          <a:chOff x="0" y="0"/>
          <a:chExt cx="0" cy="0"/>
        </a:xfrm>
      </p:grpSpPr>
      <p:sp>
        <p:nvSpPr>
          <p:cNvPr name="Freeform 2" id="2"/>
          <p:cNvSpPr/>
          <p:nvPr/>
        </p:nvSpPr>
        <p:spPr>
          <a:xfrm flipH="false" flipV="false" rot="0">
            <a:off x="12026140" y="4511524"/>
            <a:ext cx="5915220" cy="5442003"/>
          </a:xfrm>
          <a:custGeom>
            <a:avLst/>
            <a:gdLst/>
            <a:ahLst/>
            <a:cxnLst/>
            <a:rect r="r" b="b" t="t" l="l"/>
            <a:pathLst>
              <a:path h="5442003" w="5915220">
                <a:moveTo>
                  <a:pt x="0" y="0"/>
                </a:moveTo>
                <a:lnTo>
                  <a:pt x="5915220" y="0"/>
                </a:lnTo>
                <a:lnTo>
                  <a:pt x="5915220" y="5442003"/>
                </a:lnTo>
                <a:lnTo>
                  <a:pt x="0" y="54420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625609" y="151184"/>
            <a:ext cx="4946523" cy="2826766"/>
          </a:xfrm>
          <a:prstGeom prst="rect">
            <a:avLst/>
          </a:prstGeom>
        </p:spPr>
        <p:txBody>
          <a:bodyPr anchor="t" rtlCol="false" tIns="0" lIns="0" bIns="0" rIns="0">
            <a:spAutoFit/>
          </a:bodyPr>
          <a:lstStyle/>
          <a:p>
            <a:pPr algn="l">
              <a:lnSpc>
                <a:spcPts val="5615"/>
              </a:lnSpc>
            </a:pPr>
            <a:r>
              <a:rPr lang="en-US" sz="4010" spc="-172">
                <a:solidFill>
                  <a:srgbClr val="FFFFFF"/>
                </a:solidFill>
                <a:latin typeface="Playfair Display"/>
                <a:ea typeface="Playfair Display"/>
                <a:cs typeface="Playfair Display"/>
                <a:sym typeface="Playfair Display"/>
              </a:rPr>
              <a:t>01 - Introduction</a:t>
            </a:r>
          </a:p>
          <a:p>
            <a:pPr algn="l">
              <a:lnSpc>
                <a:spcPts val="5615"/>
              </a:lnSpc>
            </a:pPr>
            <a:r>
              <a:rPr lang="en-US" sz="4010" spc="-172">
                <a:solidFill>
                  <a:srgbClr val="FFFFFF"/>
                </a:solidFill>
                <a:latin typeface="Playfair Display"/>
                <a:ea typeface="Playfair Display"/>
                <a:cs typeface="Playfair Display"/>
                <a:sym typeface="Playfair Display"/>
              </a:rPr>
              <a:t>02 - History</a:t>
            </a:r>
          </a:p>
          <a:p>
            <a:pPr algn="l">
              <a:lnSpc>
                <a:spcPts val="5615"/>
              </a:lnSpc>
            </a:pPr>
            <a:r>
              <a:rPr lang="en-US" sz="4010" spc="-172">
                <a:solidFill>
                  <a:srgbClr val="FFFFFF"/>
                </a:solidFill>
                <a:latin typeface="Playfair Display"/>
                <a:ea typeface="Playfair Display"/>
                <a:cs typeface="Playfair Display"/>
                <a:sym typeface="Playfair Display"/>
              </a:rPr>
              <a:t>03 - Documentation</a:t>
            </a:r>
          </a:p>
          <a:p>
            <a:pPr algn="l">
              <a:lnSpc>
                <a:spcPts val="5615"/>
              </a:lnSpc>
            </a:pPr>
            <a:r>
              <a:rPr lang="en-US" sz="4010" spc="-172">
                <a:solidFill>
                  <a:srgbClr val="FFFFFF"/>
                </a:solidFill>
                <a:latin typeface="Playfair Display"/>
                <a:ea typeface="Playfair Display"/>
                <a:cs typeface="Playfair Display"/>
                <a:sym typeface="Playfair Display"/>
              </a:rPr>
              <a:t>04 - Conclusions</a:t>
            </a:r>
          </a:p>
        </p:txBody>
      </p:sp>
      <p:sp>
        <p:nvSpPr>
          <p:cNvPr name="TextBox 4" id="4"/>
          <p:cNvSpPr txBox="true"/>
          <p:nvPr/>
        </p:nvSpPr>
        <p:spPr>
          <a:xfrm rot="0">
            <a:off x="285750" y="-1379750"/>
            <a:ext cx="2852439" cy="3971998"/>
          </a:xfrm>
          <a:prstGeom prst="rect">
            <a:avLst/>
          </a:prstGeom>
        </p:spPr>
        <p:txBody>
          <a:bodyPr anchor="t" rtlCol="false" tIns="0" lIns="0" bIns="0" rIns="0">
            <a:spAutoFit/>
          </a:bodyPr>
          <a:lstStyle/>
          <a:p>
            <a:pPr algn="l">
              <a:lnSpc>
                <a:spcPts val="32453"/>
              </a:lnSpc>
            </a:pPr>
            <a:r>
              <a:rPr lang="en-US" sz="23180" b="true">
                <a:solidFill>
                  <a:srgbClr val="FFFFFF"/>
                </a:solidFill>
                <a:latin typeface="Segment A Heavy"/>
                <a:ea typeface="Segment A Heavy"/>
                <a:cs typeface="Segment A Heavy"/>
                <a:sym typeface="Segment A Heavy"/>
              </a:rPr>
              <a:t>INDEX</a:t>
            </a:r>
          </a:p>
        </p:txBody>
      </p:sp>
      <p:sp>
        <p:nvSpPr>
          <p:cNvPr name="AutoShape 5" id="5"/>
          <p:cNvSpPr/>
          <p:nvPr/>
        </p:nvSpPr>
        <p:spPr>
          <a:xfrm>
            <a:off x="312795" y="3767187"/>
            <a:ext cx="17628565" cy="0"/>
          </a:xfrm>
          <a:prstGeom prst="line">
            <a:avLst/>
          </a:prstGeom>
          <a:ln cap="flat" w="19050">
            <a:solidFill>
              <a:srgbClr val="FFFFFF">
                <a:alpha val="35686"/>
              </a:srgbClr>
            </a:solidFill>
            <a:prstDash val="solid"/>
            <a:headEnd type="none" len="sm" w="sm"/>
            <a:tailEnd type="none" len="sm" w="sm"/>
          </a:ln>
        </p:spPr>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2020"/>
        </a:solidFill>
      </p:bgPr>
    </p:bg>
    <p:spTree>
      <p:nvGrpSpPr>
        <p:cNvPr id="1" name=""/>
        <p:cNvGrpSpPr/>
        <p:nvPr/>
      </p:nvGrpSpPr>
      <p:grpSpPr>
        <a:xfrm>
          <a:off x="0" y="0"/>
          <a:ext cx="0" cy="0"/>
          <a:chOff x="0" y="0"/>
          <a:chExt cx="0" cy="0"/>
        </a:xfrm>
      </p:grpSpPr>
      <p:sp>
        <p:nvSpPr>
          <p:cNvPr name="Freeform 2" id="2"/>
          <p:cNvSpPr/>
          <p:nvPr/>
        </p:nvSpPr>
        <p:spPr>
          <a:xfrm flipH="false" flipV="false" rot="0">
            <a:off x="12138390" y="314620"/>
            <a:ext cx="5769092" cy="5580285"/>
          </a:xfrm>
          <a:custGeom>
            <a:avLst/>
            <a:gdLst/>
            <a:ahLst/>
            <a:cxnLst/>
            <a:rect r="r" b="b" t="t" l="l"/>
            <a:pathLst>
              <a:path h="5580285" w="5769092">
                <a:moveTo>
                  <a:pt x="0" y="0"/>
                </a:moveTo>
                <a:lnTo>
                  <a:pt x="5769091" y="0"/>
                </a:lnTo>
                <a:lnTo>
                  <a:pt x="5769091" y="5580285"/>
                </a:lnTo>
                <a:lnTo>
                  <a:pt x="0" y="55802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68824" y="-529178"/>
            <a:ext cx="5173472" cy="2066424"/>
          </a:xfrm>
          <a:prstGeom prst="rect">
            <a:avLst/>
          </a:prstGeom>
        </p:spPr>
        <p:txBody>
          <a:bodyPr anchor="t" rtlCol="false" tIns="0" lIns="0" bIns="0" rIns="0">
            <a:spAutoFit/>
          </a:bodyPr>
          <a:lstStyle/>
          <a:p>
            <a:pPr algn="l">
              <a:lnSpc>
                <a:spcPts val="16827"/>
              </a:lnSpc>
            </a:pPr>
            <a:r>
              <a:rPr lang="en-US" b="true" sz="12019" spc="288">
                <a:solidFill>
                  <a:srgbClr val="FFFFFF"/>
                </a:solidFill>
                <a:latin typeface="Segment A Heavy"/>
                <a:ea typeface="Segment A Heavy"/>
                <a:cs typeface="Segment A Heavy"/>
                <a:sym typeface="Segment A Heavy"/>
              </a:rPr>
              <a:t>01 - INTRODUCTION</a:t>
            </a:r>
          </a:p>
        </p:txBody>
      </p:sp>
      <p:sp>
        <p:nvSpPr>
          <p:cNvPr name="TextBox 4" id="4"/>
          <p:cNvSpPr txBox="true"/>
          <p:nvPr/>
        </p:nvSpPr>
        <p:spPr>
          <a:xfrm rot="0">
            <a:off x="368824" y="5559653"/>
            <a:ext cx="10905789" cy="4350883"/>
          </a:xfrm>
          <a:prstGeom prst="rect">
            <a:avLst/>
          </a:prstGeom>
        </p:spPr>
        <p:txBody>
          <a:bodyPr anchor="t" rtlCol="false" tIns="0" lIns="0" bIns="0" rIns="0">
            <a:spAutoFit/>
          </a:bodyPr>
          <a:lstStyle/>
          <a:p>
            <a:pPr algn="l">
              <a:lnSpc>
                <a:spcPts val="4964"/>
              </a:lnSpc>
            </a:pPr>
            <a:r>
              <a:rPr lang="en-US" sz="3546">
                <a:solidFill>
                  <a:srgbClr val="FFFFFF"/>
                </a:solidFill>
                <a:latin typeface="Playfair Display"/>
                <a:ea typeface="Playfair Display"/>
                <a:cs typeface="Playfair Display"/>
                <a:sym typeface="Playfair Display"/>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2020"/>
        </a:solidFill>
      </p:bgPr>
    </p:bg>
    <p:spTree>
      <p:nvGrpSpPr>
        <p:cNvPr id="1" name=""/>
        <p:cNvGrpSpPr/>
        <p:nvPr/>
      </p:nvGrpSpPr>
      <p:grpSpPr>
        <a:xfrm>
          <a:off x="0" y="0"/>
          <a:ext cx="0" cy="0"/>
          <a:chOff x="0" y="0"/>
          <a:chExt cx="0" cy="0"/>
        </a:xfrm>
      </p:grpSpPr>
      <p:sp>
        <p:nvSpPr>
          <p:cNvPr name="AutoShape 2" id="2"/>
          <p:cNvSpPr/>
          <p:nvPr/>
        </p:nvSpPr>
        <p:spPr>
          <a:xfrm>
            <a:off x="312795" y="4804135"/>
            <a:ext cx="17628565" cy="0"/>
          </a:xfrm>
          <a:prstGeom prst="line">
            <a:avLst/>
          </a:prstGeom>
          <a:ln cap="flat" w="19050">
            <a:solidFill>
              <a:srgbClr val="FFFFFF">
                <a:alpha val="35686"/>
              </a:srgbClr>
            </a:solidFill>
            <a:prstDash val="solid"/>
            <a:headEnd type="none" len="sm" w="sm"/>
            <a:tailEnd type="none" len="sm" w="sm"/>
          </a:ln>
        </p:spPr>
      </p:sp>
      <p:sp>
        <p:nvSpPr>
          <p:cNvPr name="Freeform 3" id="3"/>
          <p:cNvSpPr/>
          <p:nvPr/>
        </p:nvSpPr>
        <p:spPr>
          <a:xfrm flipH="false" flipV="false" rot="0">
            <a:off x="368824" y="5822003"/>
            <a:ext cx="4572000" cy="4114800"/>
          </a:xfrm>
          <a:custGeom>
            <a:avLst/>
            <a:gdLst/>
            <a:ahLst/>
            <a:cxnLst/>
            <a:rect r="r" b="b" t="t" l="l"/>
            <a:pathLst>
              <a:path h="4114800" w="4572000">
                <a:moveTo>
                  <a:pt x="0" y="0"/>
                </a:moveTo>
                <a:lnTo>
                  <a:pt x="4572000" y="0"/>
                </a:lnTo>
                <a:lnTo>
                  <a:pt x="45720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1600659" y="302345"/>
            <a:ext cx="6329278" cy="3220464"/>
          </a:xfrm>
          <a:prstGeom prst="rect">
            <a:avLst/>
          </a:prstGeom>
        </p:spPr>
        <p:txBody>
          <a:bodyPr anchor="t" rtlCol="false" tIns="0" lIns="0" bIns="0" rIns="0">
            <a:spAutoFit/>
          </a:bodyPr>
          <a:lstStyle/>
          <a:p>
            <a:pPr algn="r">
              <a:lnSpc>
                <a:spcPts val="6146"/>
              </a:lnSpc>
            </a:pPr>
            <a:r>
              <a:rPr lang="en-US" sz="5691" spc="-130">
                <a:solidFill>
                  <a:srgbClr val="FFFFFF"/>
                </a:solidFill>
                <a:latin typeface="Copperplate Gothic 31 AB"/>
                <a:ea typeface="Copperplate Gothic 31 AB"/>
                <a:cs typeface="Copperplate Gothic 31 AB"/>
                <a:sym typeface="Copperplate Gothic 31 AB"/>
              </a:rPr>
              <a:t>"We need to understand what happens to us inside"</a:t>
            </a:r>
          </a:p>
        </p:txBody>
      </p:sp>
      <p:sp>
        <p:nvSpPr>
          <p:cNvPr name="TextBox 5" id="5"/>
          <p:cNvSpPr txBox="true"/>
          <p:nvPr/>
        </p:nvSpPr>
        <p:spPr>
          <a:xfrm rot="0">
            <a:off x="368824" y="-529178"/>
            <a:ext cx="5173472" cy="2066424"/>
          </a:xfrm>
          <a:prstGeom prst="rect">
            <a:avLst/>
          </a:prstGeom>
        </p:spPr>
        <p:txBody>
          <a:bodyPr anchor="t" rtlCol="false" tIns="0" lIns="0" bIns="0" rIns="0">
            <a:spAutoFit/>
          </a:bodyPr>
          <a:lstStyle/>
          <a:p>
            <a:pPr algn="l">
              <a:lnSpc>
                <a:spcPts val="16827"/>
              </a:lnSpc>
            </a:pPr>
            <a:r>
              <a:rPr lang="en-US" b="true" sz="12019" spc="288">
                <a:solidFill>
                  <a:srgbClr val="FFFFFF"/>
                </a:solidFill>
                <a:latin typeface="Segment A Heavy"/>
                <a:ea typeface="Segment A Heavy"/>
                <a:cs typeface="Segment A Heavy"/>
                <a:sym typeface="Segment A Heavy"/>
              </a:rPr>
              <a:t>01 - INTRODUCTION</a:t>
            </a:r>
          </a:p>
        </p:txBody>
      </p:sp>
      <p:sp>
        <p:nvSpPr>
          <p:cNvPr name="TextBox 6" id="6"/>
          <p:cNvSpPr txBox="true"/>
          <p:nvPr/>
        </p:nvSpPr>
        <p:spPr>
          <a:xfrm rot="0">
            <a:off x="7024147" y="5559653"/>
            <a:ext cx="10905789" cy="4377150"/>
          </a:xfrm>
          <a:prstGeom prst="rect">
            <a:avLst/>
          </a:prstGeom>
        </p:spPr>
        <p:txBody>
          <a:bodyPr anchor="t" rtlCol="false" tIns="0" lIns="0" bIns="0" rIns="0">
            <a:spAutoFit/>
          </a:bodyPr>
          <a:lstStyle/>
          <a:p>
            <a:pPr algn="r">
              <a:lnSpc>
                <a:spcPts val="4964"/>
              </a:lnSpc>
            </a:pPr>
            <a:r>
              <a:rPr lang="en-US" sz="3546">
                <a:solidFill>
                  <a:srgbClr val="FFFFFF"/>
                </a:solidFill>
                <a:latin typeface="Playfair Display"/>
                <a:ea typeface="Playfair Display"/>
                <a:cs typeface="Playfair Display"/>
                <a:sym typeface="Playfair Display"/>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p:cSld>
    <p:bg>
      <p:bgPr>
        <a:solidFill>
          <a:srgbClr val="1F2020"/>
        </a:solidFill>
      </p:bgPr>
    </p:bg>
    <p:spTree>
      <p:nvGrpSpPr>
        <p:cNvPr id="1" name=""/>
        <p:cNvGrpSpPr/>
        <p:nvPr/>
      </p:nvGrpSpPr>
      <p:grpSpPr>
        <a:xfrm>
          <a:off x="0" y="0"/>
          <a:ext cx="0" cy="0"/>
          <a:chOff x="0" y="0"/>
          <a:chExt cx="0" cy="0"/>
        </a:xfrm>
      </p:grpSpPr>
      <p:sp>
        <p:nvSpPr>
          <p:cNvPr name="TextBox 2" id="2"/>
          <p:cNvSpPr txBox="true"/>
          <p:nvPr/>
        </p:nvSpPr>
        <p:spPr>
          <a:xfrm rot="0">
            <a:off x="5968147" y="2010097"/>
            <a:ext cx="6351706" cy="4379131"/>
          </a:xfrm>
          <a:prstGeom prst="rect">
            <a:avLst/>
          </a:prstGeom>
        </p:spPr>
        <p:txBody>
          <a:bodyPr anchor="t" rtlCol="false" tIns="0" lIns="0" bIns="0" rIns="0">
            <a:spAutoFit/>
          </a:bodyPr>
          <a:lstStyle/>
          <a:p>
            <a:pPr algn="ctr">
              <a:lnSpc>
                <a:spcPts val="35725"/>
              </a:lnSpc>
            </a:pPr>
            <a:r>
              <a:rPr lang="en-US" b="true" sz="25518">
                <a:solidFill>
                  <a:srgbClr val="FFFFFF"/>
                </a:solidFill>
                <a:latin typeface="Segment A Heavy"/>
                <a:ea typeface="Segment A Heavy"/>
                <a:cs typeface="Segment A Heavy"/>
                <a:sym typeface="Segment A Heavy"/>
              </a:rPr>
              <a:t>THANKS</a:t>
            </a:r>
          </a:p>
        </p:txBody>
      </p:sp>
      <p:grpSp>
        <p:nvGrpSpPr>
          <p:cNvPr name="Group 3" id="3"/>
          <p:cNvGrpSpPr/>
          <p:nvPr/>
        </p:nvGrpSpPr>
        <p:grpSpPr>
          <a:xfrm rot="0">
            <a:off x="7476822" y="378322"/>
            <a:ext cx="3334356" cy="812556"/>
            <a:chOff x="0" y="0"/>
            <a:chExt cx="971698" cy="236795"/>
          </a:xfrm>
        </p:grpSpPr>
        <p:sp>
          <p:nvSpPr>
            <p:cNvPr name="Freeform 4" id="4"/>
            <p:cNvSpPr/>
            <p:nvPr/>
          </p:nvSpPr>
          <p:spPr>
            <a:xfrm flipH="false" flipV="false" rot="0">
              <a:off x="0" y="0"/>
              <a:ext cx="971698" cy="236795"/>
            </a:xfrm>
            <a:custGeom>
              <a:avLst/>
              <a:gdLst/>
              <a:ahLst/>
              <a:cxnLst/>
              <a:rect r="r" b="b" t="t" l="l"/>
              <a:pathLst>
                <a:path h="236795" w="971698">
                  <a:moveTo>
                    <a:pt x="118398" y="0"/>
                  </a:moveTo>
                  <a:lnTo>
                    <a:pt x="853300" y="0"/>
                  </a:lnTo>
                  <a:cubicBezTo>
                    <a:pt x="884701" y="0"/>
                    <a:pt x="914816" y="12474"/>
                    <a:pt x="937020" y="34678"/>
                  </a:cubicBezTo>
                  <a:cubicBezTo>
                    <a:pt x="959224" y="56882"/>
                    <a:pt x="971698" y="86997"/>
                    <a:pt x="971698" y="118398"/>
                  </a:cubicBezTo>
                  <a:lnTo>
                    <a:pt x="971698" y="118398"/>
                  </a:lnTo>
                  <a:cubicBezTo>
                    <a:pt x="971698" y="183787"/>
                    <a:pt x="918689" y="236795"/>
                    <a:pt x="853300" y="236795"/>
                  </a:cubicBezTo>
                  <a:lnTo>
                    <a:pt x="118398" y="236795"/>
                  </a:lnTo>
                  <a:cubicBezTo>
                    <a:pt x="53008" y="236795"/>
                    <a:pt x="0" y="183787"/>
                    <a:pt x="0" y="118398"/>
                  </a:cubicBezTo>
                  <a:lnTo>
                    <a:pt x="0" y="118398"/>
                  </a:lnTo>
                  <a:cubicBezTo>
                    <a:pt x="0" y="53008"/>
                    <a:pt x="53008" y="0"/>
                    <a:pt x="118398" y="0"/>
                  </a:cubicBezTo>
                  <a:close/>
                </a:path>
              </a:pathLst>
            </a:custGeom>
            <a:solidFill>
              <a:srgbClr val="000000">
                <a:alpha val="0"/>
              </a:srgbClr>
            </a:solidFill>
            <a:ln w="19050" cap="rnd">
              <a:solidFill>
                <a:srgbClr val="FFFFFF"/>
              </a:solidFill>
              <a:prstDash val="solid"/>
              <a:round/>
            </a:ln>
          </p:spPr>
        </p:sp>
        <p:sp>
          <p:nvSpPr>
            <p:cNvPr name="TextBox 5" id="5"/>
            <p:cNvSpPr txBox="true"/>
            <p:nvPr/>
          </p:nvSpPr>
          <p:spPr>
            <a:xfrm>
              <a:off x="0" y="-28575"/>
              <a:ext cx="971698" cy="265370"/>
            </a:xfrm>
            <a:prstGeom prst="rect">
              <a:avLst/>
            </a:prstGeom>
          </p:spPr>
          <p:txBody>
            <a:bodyPr anchor="ctr" rtlCol="false" tIns="0" lIns="0" bIns="0" rIns="0"/>
            <a:lstStyle/>
            <a:p>
              <a:pPr algn="ctr">
                <a:lnSpc>
                  <a:spcPts val="1872"/>
                </a:lnSpc>
              </a:pPr>
              <a:r>
                <a:rPr lang="en-US" sz="1600">
                  <a:solidFill>
                    <a:srgbClr val="FFFFFF"/>
                  </a:solidFill>
                  <a:latin typeface="Copperplate Gothic 31 AB"/>
                  <a:ea typeface="Copperplate Gothic 31 AB"/>
                  <a:cs typeface="Copperplate Gothic 31 AB"/>
                  <a:sym typeface="Copperplate Gothic 31 AB"/>
                </a:rPr>
                <a:t>PRESENTATION</a:t>
              </a:r>
            </a:p>
          </p:txBody>
        </p:sp>
      </p:grpSp>
      <p:grpSp>
        <p:nvGrpSpPr>
          <p:cNvPr name="Group 6" id="6"/>
          <p:cNvGrpSpPr/>
          <p:nvPr/>
        </p:nvGrpSpPr>
        <p:grpSpPr>
          <a:xfrm rot="0">
            <a:off x="7476822" y="9096122"/>
            <a:ext cx="3334356" cy="812556"/>
            <a:chOff x="0" y="0"/>
            <a:chExt cx="971698" cy="236795"/>
          </a:xfrm>
        </p:grpSpPr>
        <p:sp>
          <p:nvSpPr>
            <p:cNvPr name="Freeform 7" id="7"/>
            <p:cNvSpPr/>
            <p:nvPr/>
          </p:nvSpPr>
          <p:spPr>
            <a:xfrm flipH="false" flipV="false" rot="0">
              <a:off x="0" y="0"/>
              <a:ext cx="971698" cy="236795"/>
            </a:xfrm>
            <a:custGeom>
              <a:avLst/>
              <a:gdLst/>
              <a:ahLst/>
              <a:cxnLst/>
              <a:rect r="r" b="b" t="t" l="l"/>
              <a:pathLst>
                <a:path h="236795" w="971698">
                  <a:moveTo>
                    <a:pt x="118398" y="0"/>
                  </a:moveTo>
                  <a:lnTo>
                    <a:pt x="853300" y="0"/>
                  </a:lnTo>
                  <a:cubicBezTo>
                    <a:pt x="884701" y="0"/>
                    <a:pt x="914816" y="12474"/>
                    <a:pt x="937020" y="34678"/>
                  </a:cubicBezTo>
                  <a:cubicBezTo>
                    <a:pt x="959224" y="56882"/>
                    <a:pt x="971698" y="86997"/>
                    <a:pt x="971698" y="118398"/>
                  </a:cubicBezTo>
                  <a:lnTo>
                    <a:pt x="971698" y="118398"/>
                  </a:lnTo>
                  <a:cubicBezTo>
                    <a:pt x="971698" y="183787"/>
                    <a:pt x="918689" y="236795"/>
                    <a:pt x="853300" y="236795"/>
                  </a:cubicBezTo>
                  <a:lnTo>
                    <a:pt x="118398" y="236795"/>
                  </a:lnTo>
                  <a:cubicBezTo>
                    <a:pt x="53008" y="236795"/>
                    <a:pt x="0" y="183787"/>
                    <a:pt x="0" y="118398"/>
                  </a:cubicBezTo>
                  <a:lnTo>
                    <a:pt x="0" y="118398"/>
                  </a:lnTo>
                  <a:cubicBezTo>
                    <a:pt x="0" y="53008"/>
                    <a:pt x="53008" y="0"/>
                    <a:pt x="118398" y="0"/>
                  </a:cubicBezTo>
                  <a:close/>
                </a:path>
              </a:pathLst>
            </a:custGeom>
            <a:solidFill>
              <a:srgbClr val="000000">
                <a:alpha val="0"/>
              </a:srgbClr>
            </a:solidFill>
            <a:ln w="19050" cap="rnd">
              <a:solidFill>
                <a:srgbClr val="FFFFFF"/>
              </a:solidFill>
              <a:prstDash val="solid"/>
              <a:round/>
            </a:ln>
          </p:spPr>
        </p:sp>
        <p:sp>
          <p:nvSpPr>
            <p:cNvPr name="TextBox 8" id="8"/>
            <p:cNvSpPr txBox="true"/>
            <p:nvPr/>
          </p:nvSpPr>
          <p:spPr>
            <a:xfrm>
              <a:off x="0" y="-28575"/>
              <a:ext cx="971698" cy="265370"/>
            </a:xfrm>
            <a:prstGeom prst="rect">
              <a:avLst/>
            </a:prstGeom>
          </p:spPr>
          <p:txBody>
            <a:bodyPr anchor="ctr" rtlCol="false" tIns="0" lIns="0" bIns="0" rIns="0"/>
            <a:lstStyle/>
            <a:p>
              <a:pPr algn="ctr">
                <a:lnSpc>
                  <a:spcPts val="1872"/>
                </a:lnSpc>
              </a:pPr>
              <a:r>
                <a:rPr lang="en-US" sz="1600">
                  <a:solidFill>
                    <a:srgbClr val="FFFFFF"/>
                  </a:solidFill>
                  <a:latin typeface="Copperplate Gothic 31 AB"/>
                  <a:ea typeface="Copperplate Gothic 31 AB"/>
                  <a:cs typeface="Copperplate Gothic 31 AB"/>
                  <a:sym typeface="Copperplate Gothic 31 AB"/>
                </a:rPr>
                <a:t>SANDRA HARO</a:t>
              </a:r>
            </a:p>
          </p:txBody>
        </p:sp>
      </p:grpSp>
      <p:sp>
        <p:nvSpPr>
          <p:cNvPr name="AutoShape 9" id="9"/>
          <p:cNvSpPr/>
          <p:nvPr/>
        </p:nvSpPr>
        <p:spPr>
          <a:xfrm>
            <a:off x="153775" y="8782246"/>
            <a:ext cx="17628565" cy="0"/>
          </a:xfrm>
          <a:prstGeom prst="line">
            <a:avLst/>
          </a:prstGeom>
          <a:ln cap="flat" w="19050">
            <a:solidFill>
              <a:srgbClr val="FFFFFF">
                <a:alpha val="35686"/>
              </a:srgbClr>
            </a:solidFill>
            <a:prstDash val="solid"/>
            <a:headEnd type="none" len="sm" w="sm"/>
            <a:tailEnd type="none" len="sm" w="sm"/>
          </a:ln>
        </p:spPr>
      </p:sp>
      <p:sp>
        <p:nvSpPr>
          <p:cNvPr name="AutoShape 10" id="10"/>
          <p:cNvSpPr/>
          <p:nvPr/>
        </p:nvSpPr>
        <p:spPr>
          <a:xfrm>
            <a:off x="153775" y="1523607"/>
            <a:ext cx="17628565" cy="0"/>
          </a:xfrm>
          <a:prstGeom prst="line">
            <a:avLst/>
          </a:prstGeom>
          <a:ln cap="flat" w="19050">
            <a:solidFill>
              <a:srgbClr val="FFFFFF">
                <a:alpha val="35686"/>
              </a:srgbClr>
            </a:solidFill>
            <a:prstDash val="solid"/>
            <a:headEnd type="none" len="sm" w="sm"/>
            <a:tailEnd type="none" len="sm" w="sm"/>
          </a:ln>
        </p:spPr>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DAGhy0tXAvs</dc:identifier>
  <dcterms:modified xsi:type="dcterms:W3CDTF">2011-08-01T06:04:30Z</dcterms:modified>
  <cp:revision>1</cp:revision>
  <dc:title>Non Text Magic Studio Magic Design for Presentations L&amp;P</dc:title>
</cp:coreProperties>
</file>